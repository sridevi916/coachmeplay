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Study of Transfer Pricing Practices</a:t>
            </a:r>
          </a:p>
          <a:p>
            <a:r>
              <a:rPr dirty="0"/>
              <a:t>and their Implications for Developing Economies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7440" y="6085840"/>
            <a:ext cx="4094480" cy="6197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ANANYA GUPTA 17 TYBFM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Transfer pricing refers to pricing of goods/services between related companies</a:t>
            </a:r>
          </a:p>
          <a:p>
            <a:r>
              <a:rPr dirty="0"/>
              <a:t>Example: Parent company in US sells raw materials to subsidiary in India</a:t>
            </a:r>
          </a:p>
          <a:p>
            <a:r>
              <a:rPr dirty="0"/>
              <a:t>Price charged = Transfer Price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It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Multinationals operate in many countries with different tax rates</a:t>
            </a:r>
          </a:p>
          <a:p>
            <a:r>
              <a:rPr dirty="0"/>
              <a:t> Profits can be shifted from high-tax to low-tax countries</a:t>
            </a:r>
          </a:p>
          <a:p>
            <a:r>
              <a:rPr dirty="0"/>
              <a:t>Legal in some cases, but has major implications for developing economies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Implications for Developing Economies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Loss of Tax Revenue </a:t>
            </a:r>
          </a:p>
          <a:p>
            <a:r>
              <a:rPr dirty="0"/>
              <a:t>2. Economic </a:t>
            </a:r>
            <a:r>
              <a:rPr dirty="0" err="1"/>
              <a:t>Inequali</a:t>
            </a:r>
            <a:r>
              <a:rPr lang="en-IN" dirty="0"/>
              <a:t>ty</a:t>
            </a:r>
            <a:endParaRPr dirty="0"/>
          </a:p>
          <a:p>
            <a:r>
              <a:rPr dirty="0"/>
              <a:t>3. Capital Flight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Always Negative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Helps allocate costs and revenues efficiently</a:t>
            </a:r>
          </a:p>
          <a:p>
            <a:r>
              <a:rPr dirty="0"/>
              <a:t> Facilitates global trade and integration</a:t>
            </a:r>
          </a:p>
          <a:p>
            <a:r>
              <a:rPr dirty="0"/>
              <a:t> Problem arises when system is abused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&amp;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Strengthen transfer pricing regulations</a:t>
            </a:r>
          </a:p>
          <a:p>
            <a:r>
              <a:rPr dirty="0"/>
              <a:t> OECD’s BEPS framework: profits taxed where activities occur</a:t>
            </a:r>
          </a:p>
          <a:p>
            <a:r>
              <a:rPr dirty="0"/>
              <a:t>Invest in tax official training &amp; international cooperation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Transfer pricing is an issue of economic justice</a:t>
            </a:r>
          </a:p>
          <a:p>
            <a:r>
              <a:rPr dirty="0"/>
              <a:t> Developing nations lose vital resources</a:t>
            </a:r>
          </a:p>
          <a:p>
            <a:r>
              <a:rPr dirty="0"/>
              <a:t> Need fair practices to balance global investment &amp; national interests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CEED-2943-A68B-083C-4866F622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0158"/>
            <a:ext cx="8229600" cy="1143000"/>
          </a:xfrm>
        </p:spPr>
        <p:txBody>
          <a:bodyPr/>
          <a:lstStyle/>
          <a:p>
            <a:r>
              <a:rPr lang="en-US"/>
              <a:t>THANK YOU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1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3D3D3D"/>
      </a:dk1>
      <a:lt1>
        <a:sysClr val="window" lastClr="FFFAE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179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Study of Transfer Pricing Practices and their Implications for Developing Economies</vt:lpstr>
      <vt:lpstr>Introduction</vt:lpstr>
      <vt:lpstr>Why Does It Matter?</vt:lpstr>
      <vt:lpstr>Implications for Developing Economies</vt:lpstr>
      <vt:lpstr>Not Always Negative</vt:lpstr>
      <vt:lpstr>Solutions &amp; Regulations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ananya</dc:creator>
  <cp:keywords/>
  <dc:description>generated using python-pptx</dc:description>
  <cp:lastModifiedBy>Ananya Gupta</cp:lastModifiedBy>
  <cp:revision>2</cp:revision>
  <dcterms:created xsi:type="dcterms:W3CDTF">2013-01-27T09:14:16Z</dcterms:created>
  <dcterms:modified xsi:type="dcterms:W3CDTF">2025-09-11T06:24:51Z</dcterms:modified>
  <cp:category/>
</cp:coreProperties>
</file>